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06546-520D-BEB7-96E7-8DB74F6B8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FF1F10-6CD7-D0C0-75E2-9AB99640C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CAA73C-E875-D564-D618-3EE8D458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89BBD-F805-D5F2-6BBC-6DC1DF0F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BB0CD2-A0D5-CE12-48B7-814D005F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47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87261-3C2C-8436-A9DF-31C73020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1306F-4EF2-8B81-206C-767B652D5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F623C7-BD79-DB17-16B8-1A03AFF7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3CD115-6A35-BBF3-63DE-F405C209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851EA9-05E0-6076-B451-B876A04C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6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23DA6-B839-5D92-BE21-F0F15DB5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E2425-380D-FAD7-DCBF-379EA23DC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B18E8-309F-F175-060C-8595B02A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D84F3-6D84-294B-7DA0-A7EFFBA3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A39A8E-C882-4EDB-705E-D117A4B4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84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1C24C-D955-CCB8-C5E8-67EA3CAD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5673A4-36AF-DF77-5E38-1687964AA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311ABC-39D6-4746-10A9-9411B517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11610C-11DA-F0BA-BCA2-F75A7717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483E9-FBC8-C986-A467-861C438D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F869C-C969-1763-8FE6-59C07B92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6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27D32-F79C-B43C-2411-FA8757AC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BF9737-33A5-E61E-C705-4195202E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53DCD5-837C-2916-1021-BA5454BE8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82646E-BCE6-21B2-DBF2-24DC09475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FFDB0F-40D0-8B96-CBD2-A0DD02F4E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2F2F7D-0717-FFB0-C550-4CDE0E66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7A9B23-4180-C1B0-DF22-1E701A10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256DAC-3E24-ED5B-23E2-1F1EB160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31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ED851-0A37-03A3-6332-D3EACFA3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7A7515-8A2F-8FF4-E758-494626A5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8AAE43-1165-FAC8-2A23-B1F9391C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BE3D32-105E-5580-805E-CB0054BC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3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CF666B-60D5-DFF3-5985-C6E750F2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656D6D-20FA-7487-57C8-98539037D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1E397-8D8D-CB26-D5D3-BB0F92AD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6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DB353-306B-12AB-A8CE-84E85713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63C67-B806-BA32-180C-5E3C97E05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8B5377-84AD-1757-DF20-44F5959E4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1BF020-0816-ED55-7F69-95A10A6E7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704FEA-5E02-3494-4AC2-17E87ACF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49E898-EDC4-E257-E278-CAF36EAF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52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43564-7662-BA2A-705D-89506D56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043A76-0760-FFCC-AE0E-6FB86B85C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6CD137-CCFC-1C35-4215-C96BE9362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36B485-3135-2304-321E-9D1AA49A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24EB80-CF17-7FE5-524C-7E1114B0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4354C7-6AE2-69D5-E95B-3C068367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64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99318-433E-31BF-8713-47706150E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4C7F98-95A4-CFB5-9E9F-EA1868284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D3DBB-DC8D-0F57-1E1C-255560D9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2230AC-1994-DE34-C33D-BB5A1A28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9AF47-134C-9397-2654-25FA7FED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11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8B3787-8B2B-182C-FDA3-278F8736E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C9E86C-2430-1B49-F317-8077DDFD6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76D986-F90F-88BB-9BA0-93A213F0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6EDA4-4C1B-42E6-7A16-791AF92E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60E99-DB61-1382-3155-77B07893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4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2927C7-8423-CC49-A49D-F38A7F9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E74B45-2E89-2A4B-7024-266BE8998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F06B3-160A-1C7E-6FD1-53268CF59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ABDC2-DDDD-4822-B751-99D6C830FF5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8CDC89-3EFA-C351-2895-3E2D6E478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9021A3-BAF8-51F5-2BA5-28D56FDA1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A5150-CEF1-4D92-B594-C71F3E29A8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66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18CEA5-7DB3-F933-E42D-E94C0C834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40" y="685944"/>
            <a:ext cx="5378736" cy="3596201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  <a:cs typeface="ADLaM Display" panose="020F0502020204030204" pitchFamily="2" charset="0"/>
              </a:rPr>
              <a:t>컴퓨터 그래픽스 </a:t>
            </a:r>
            <a:br>
              <a:rPr lang="en-US" altLang="ko-KR" sz="5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  <a:cs typeface="ADLaM Display" panose="020F0502020204030204" pitchFamily="2" charset="0"/>
              </a:rPr>
            </a:br>
            <a:r>
              <a:rPr lang="ko-KR" altLang="en-US" sz="5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  <a:cs typeface="ADLaM Display" panose="020F0502020204030204" pitchFamily="2" charset="0"/>
              </a:rPr>
              <a:t>최종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51AA4B-B3CA-E6A9-5EB3-01C70744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889" y="4396443"/>
            <a:ext cx="4203323" cy="1143291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>
                <a:solidFill>
                  <a:schemeClr val="bg1"/>
                </a:solidFill>
              </a:rPr>
              <a:t>2022180006 </a:t>
            </a:r>
            <a:r>
              <a:rPr lang="ko-KR" altLang="en-US" sz="2000" dirty="0" err="1">
                <a:solidFill>
                  <a:schemeClr val="bg1"/>
                </a:solidFill>
              </a:rPr>
              <a:t>김영목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algn="r"/>
            <a:r>
              <a:rPr lang="en-US" altLang="ko-KR" sz="2000" dirty="0">
                <a:solidFill>
                  <a:schemeClr val="bg1"/>
                </a:solidFill>
              </a:rPr>
              <a:t>2022182011 </a:t>
            </a:r>
            <a:r>
              <a:rPr lang="ko-KR" altLang="en-US" sz="2000" dirty="0" err="1">
                <a:solidFill>
                  <a:schemeClr val="bg1"/>
                </a:solidFill>
              </a:rPr>
              <a:t>김준해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그림 4" descr="스크린샷, 그래픽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C1A094-191B-03C9-3793-CA5E85320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022" y="2181432"/>
            <a:ext cx="4172845" cy="2336793"/>
          </a:xfrm>
          <a:prstGeom prst="rect">
            <a:avLst/>
          </a:prstGeom>
          <a:ln w="28575">
            <a:noFill/>
          </a:ln>
        </p:spPr>
      </p:pic>
      <p:sp>
        <p:nvSpPr>
          <p:cNvPr id="28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44E6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44E6FF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2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29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C5E7DB-0F47-359B-D487-FE1E4E0F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368625"/>
            <a:ext cx="4974771" cy="1403498"/>
          </a:xfrm>
        </p:spPr>
        <p:txBody>
          <a:bodyPr anchor="b">
            <a:norm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게임 설명</a:t>
            </a:r>
          </a:p>
        </p:txBody>
      </p: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41571" y="70488"/>
            <a:ext cx="3501861" cy="3501861"/>
            <a:chOff x="4690043" y="291695"/>
            <a:chExt cx="3055711" cy="3055711"/>
          </a:xfrm>
        </p:grpSpPr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5057" y="3240578"/>
            <a:ext cx="3297290" cy="3297290"/>
            <a:chOff x="4690043" y="291695"/>
            <a:chExt cx="3055711" cy="3055711"/>
          </a:xfrm>
        </p:grpSpPr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5" name="Oval 1054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30573"/>
            <a:ext cx="3483100" cy="34831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7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0828" y="1091857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71F94F09-FA46-E1B9-6D37-E334F0A8B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093"/>
          <a:stretch>
            <a:fillRect/>
          </a:stretch>
        </p:blipFill>
        <p:spPr bwMode="auto">
          <a:xfrm>
            <a:off x="2465213" y="1090368"/>
            <a:ext cx="2584794" cy="135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Oval 1060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93" y="3195231"/>
            <a:ext cx="3281677" cy="328167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639AFBB-7557-12A2-90A4-0FFA8E17E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7895"/>
          <a:stretch>
            <a:fillRect/>
          </a:stretch>
        </p:blipFill>
        <p:spPr bwMode="auto">
          <a:xfrm>
            <a:off x="940514" y="4246463"/>
            <a:ext cx="2318835" cy="121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3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97585" y="3139252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E769C-1D5A-9D53-6EF8-9CBA93FF8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958550"/>
            <a:ext cx="4974771" cy="3810301"/>
          </a:xfrm>
        </p:spPr>
        <p:txBody>
          <a:bodyPr anchor="t">
            <a:normAutofit/>
          </a:bodyPr>
          <a:lstStyle/>
          <a:p>
            <a:r>
              <a:rPr lang="ko-KR" altLang="en-US" sz="2400" dirty="0" err="1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유령이나오는</a:t>
            </a:r>
            <a:r>
              <a:rPr lang="ko-KR" altLang="en-US" sz="2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 미로에서 탈출</a:t>
            </a:r>
            <a:endParaRPr lang="en-US" altLang="ko-KR" sz="2400" dirty="0">
              <a:solidFill>
                <a:schemeClr val="bg1"/>
              </a:solidFill>
              <a:latin typeface="HY궁서B" panose="02030600000101010101" pitchFamily="18" charset="-127"/>
              <a:ea typeface="HY궁서B" panose="02030600000101010101" pitchFamily="18" charset="-127"/>
            </a:endParaRPr>
          </a:p>
          <a:p>
            <a:r>
              <a:rPr lang="ko-KR" altLang="en-US" sz="2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옷장에 숨거나</a:t>
            </a:r>
            <a:r>
              <a:rPr lang="en-US" altLang="ko-KR" sz="2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,</a:t>
            </a:r>
          </a:p>
          <a:p>
            <a:r>
              <a:rPr lang="ko-KR" altLang="en-US" sz="2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벽을 부셔서 </a:t>
            </a:r>
            <a:r>
              <a:rPr lang="ko-KR" altLang="en-US" sz="2400" dirty="0" err="1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도망칠수</a:t>
            </a:r>
            <a:r>
              <a:rPr lang="ko-KR" altLang="en-US" sz="2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 있음</a:t>
            </a:r>
            <a:endParaRPr lang="en-US" altLang="ko-KR" sz="2400" dirty="0">
              <a:solidFill>
                <a:schemeClr val="bg1"/>
              </a:solidFill>
              <a:latin typeface="HY궁서B" panose="02030600000101010101" pitchFamily="18" charset="-127"/>
              <a:ea typeface="HY궁서B" panose="02030600000101010101" pitchFamily="18" charset="-127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1</a:t>
            </a:r>
            <a:r>
              <a:rPr lang="ko-KR" altLang="en-US" sz="24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인칭 시점</a:t>
            </a:r>
            <a:endParaRPr lang="en-US" altLang="ko-KR" sz="2400" dirty="0">
              <a:solidFill>
                <a:schemeClr val="bg1"/>
              </a:solidFill>
              <a:latin typeface="HY궁서B" panose="02030600000101010101" pitchFamily="18" charset="-127"/>
              <a:ea typeface="HY궁서B" panose="02030600000101010101" pitchFamily="18" charset="-127"/>
            </a:endParaRPr>
          </a:p>
          <a:p>
            <a:endParaRPr lang="en-US" altLang="ko-KR" sz="2400" dirty="0">
              <a:solidFill>
                <a:schemeClr val="bg1"/>
              </a:solidFill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187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CB404-4453-83FC-092B-36FD631C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270" y="1024790"/>
            <a:ext cx="4339988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ko-KR" altLang="en-US" sz="5400" kern="12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게임 시연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135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85795" y="1690979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6E5F32-B5B2-45E3-9C18-BBC9005C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45E68B-E61B-4EAE-9672-3A52AEC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263" y="1119679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8FFF21-8139-3B26-0075-6966D079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478" y="1514839"/>
            <a:ext cx="4502041" cy="30083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ko-KR" altLang="en-US" sz="5400" kern="12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발표를 </a:t>
            </a:r>
            <a:r>
              <a:rPr lang="ko-KR" altLang="en-US" sz="5400" kern="1200" dirty="0" err="1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들어주셔서</a:t>
            </a:r>
            <a:r>
              <a:rPr lang="en-US" altLang="ko-KR" sz="5400" kern="12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 </a:t>
            </a:r>
            <a:r>
              <a:rPr lang="ko-KR" altLang="en-US" sz="5400" kern="1200" dirty="0">
                <a:solidFill>
                  <a:schemeClr val="bg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감사합니다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120AB9A0-C0C4-43DA-9A34-FA3A4079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78D2B9-C9C4-4A37-A12C-A09FC115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DFC7EBB5-848C-4B1C-BE84-4CF07E90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59707" y="3876466"/>
            <a:ext cx="1056155" cy="105615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F8315F3-A078-427A-92BE-34EC9E574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3DFAF5C-63B0-43FB-80BE-CC45D99F5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AD937F2-A44A-479C-A7EB-4EE7686A9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7834CC3-9461-418F-A593-FC09CD79B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D68AA1C-0667-46EE-A8BE-CAAA3EAF9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0F403B5-430A-450F-97C1-73160966C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38EBB0-5161-46F3-83D7-D9F478B1A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47EDFA5-AD01-40BE-91A2-A0C17862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6E0C47E-FE2F-4A8C-942E-1026D02D3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A309DA7-4C25-40F5-AC21-DA06D9C98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290F5FA-D4BF-4264-A8E9-365566EC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47FD6B5-9B47-4500-9D65-7BD21730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CA06612-80DE-4467-A50C-0CB390D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973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HY궁서B</vt:lpstr>
      <vt:lpstr>맑은 고딕</vt:lpstr>
      <vt:lpstr>Arial</vt:lpstr>
      <vt:lpstr>Office 테마</vt:lpstr>
      <vt:lpstr>컴퓨터 그래픽스  최종 프로젝트</vt:lpstr>
      <vt:lpstr>게임 설명</vt:lpstr>
      <vt:lpstr>게임 시연</vt:lpstr>
      <vt:lpstr>발표를 들어주셔서 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영목</dc:creator>
  <cp:lastModifiedBy>김 영목</cp:lastModifiedBy>
  <cp:revision>1</cp:revision>
  <dcterms:created xsi:type="dcterms:W3CDTF">2025-12-09T20:44:29Z</dcterms:created>
  <dcterms:modified xsi:type="dcterms:W3CDTF">2025-12-09T20:51:54Z</dcterms:modified>
</cp:coreProperties>
</file>